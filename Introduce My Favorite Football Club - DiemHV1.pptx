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6" r:id="rId3"/>
    <p:sldId id="259" r:id="rId4"/>
    <p:sldId id="257" r:id="rId5"/>
    <p:sldId id="258" r:id="rId6"/>
    <p:sldId id="260" r:id="rId7"/>
    <p:sldId id="261" r:id="rId8"/>
    <p:sldId id="263" r:id="rId9"/>
    <p:sldId id="264" r:id="rId10"/>
  </p:sldIdLst>
  <p:sldSz cx="14630400" cy="8229600"/>
  <p:notesSz cx="8229600" cy="14630400"/>
  <p:embeddedFontLst>
    <p:embeddedFont>
      <p:font typeface="Open Sans" panose="020B0606030504020204" pitchFamily="34" charset="0"/>
      <p:regular r:id="rId12"/>
      <p:bold r:id="rId13"/>
      <p:italic r:id="rId14"/>
    </p:embeddedFont>
  </p:embeddedFontLst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2607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2C4A1-2A27-383D-4C72-08BA325BE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734104-976F-8C35-A091-8C3483A402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C18E14-4F4C-97A0-6097-92A23A0074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9C4818-EAC7-06CB-03F2-C108216996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3555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500642" y="616905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FC Barcelona (Barca)</a:t>
            </a:r>
            <a:endParaRPr lang="en-US" sz="320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404938A1-1B20-EDD4-BDDA-FCAF64847E2A}"/>
              </a:ext>
            </a:extLst>
          </p:cNvPr>
          <p:cNvSpPr/>
          <p:nvPr/>
        </p:nvSpPr>
        <p:spPr>
          <a:xfrm>
            <a:off x="296941" y="16806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My </a:t>
            </a:r>
            <a:r>
              <a:rPr lang="en-US" sz="320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Favarite</a:t>
            </a:r>
            <a:r>
              <a:rPr lang="en-US" sz="3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 Football </a:t>
            </a:r>
          </a:p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Club</a:t>
            </a:r>
            <a:endParaRPr lang="en-US" sz="3200" dirty="0"/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76766EE1-8F11-8EA6-1FD5-C7496E8CD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4280" y="1477480"/>
            <a:ext cx="4138210" cy="4193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C2A9A-5358-2727-F0E9-1CFD5B676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E0DA9E74-247B-9D2B-F77F-BCA8964BC7F1}"/>
              </a:ext>
            </a:extLst>
          </p:cNvPr>
          <p:cNvSpPr/>
          <p:nvPr/>
        </p:nvSpPr>
        <p:spPr>
          <a:xfrm>
            <a:off x="8507337" y="3359822"/>
            <a:ext cx="6955505" cy="1291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Slogan: More Than a Football Club</a:t>
            </a:r>
            <a:endParaRPr lang="en-US" sz="32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7330528-B59C-8987-DDF2-E54F3F94D5EE}"/>
              </a:ext>
            </a:extLst>
          </p:cNvPr>
          <p:cNvSpPr/>
          <p:nvPr/>
        </p:nvSpPr>
        <p:spPr>
          <a:xfrm>
            <a:off x="757278" y="607789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Since 1899, Barcelona has been a symbol of beautiful football, passion, and unwavering values. The club embodies the famous motto </a:t>
            </a:r>
            <a:r>
              <a:rPr lang="en-US" sz="2000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"Més que un club"</a:t>
            </a: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– More than a club.</a:t>
            </a:r>
            <a:endParaRPr lang="en-US" sz="20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2FB9C87-E791-39AE-EEA7-14B9D047D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81" y="85821"/>
            <a:ext cx="7304443" cy="4565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9970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89785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Tiki-Taka: The Art of Possession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65557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3010614"/>
            <a:ext cx="3664744" cy="3048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6" name="Text 3"/>
          <p:cNvSpPr/>
          <p:nvPr/>
        </p:nvSpPr>
        <p:spPr>
          <a:xfrm>
            <a:off x="793790" y="31849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Short Passes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3675340"/>
            <a:ext cx="36647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Quick, accurate passes to maintain control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685348" y="263997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4685348" y="3010614"/>
            <a:ext cx="3664863" cy="3048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0" name="Text 7"/>
          <p:cNvSpPr/>
          <p:nvPr/>
        </p:nvSpPr>
        <p:spPr>
          <a:xfrm>
            <a:off x="4685348" y="3184922"/>
            <a:ext cx="31321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Smart Movement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685348" y="3675340"/>
            <a:ext cx="36648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Constant positioning and off-the-ball runs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93790" y="479798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93790" y="5153025"/>
            <a:ext cx="7556421" cy="3048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4" name="Text 11"/>
          <p:cNvSpPr/>
          <p:nvPr/>
        </p:nvSpPr>
        <p:spPr>
          <a:xfrm>
            <a:off x="793790" y="53273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Total Control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93790" y="581775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Opponents chase endlessly while Barca dominates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793790" y="660582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Barcelona doesn't just play to win – they create art on the pitch with their signature style.</a:t>
            </a:r>
            <a:endParaRPr lang="en-US" sz="1750" dirty="0"/>
          </a:p>
        </p:txBody>
      </p:sp>
      <p:pic>
        <p:nvPicPr>
          <p:cNvPr id="4098" name="Picture 2" descr="GOAL - Xavi 🇪🇸 Iniesta 🇪🇸 Busquets ...">
            <a:extLst>
              <a:ext uri="{FF2B5EF4-FFF2-40B4-BE49-F238E27FC236}">
                <a16:creationId xmlns:a16="http://schemas.microsoft.com/office/drawing/2014/main" id="{9EF3BFE7-4B9C-7341-3AEF-975BBD39B8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7299" y="1977270"/>
            <a:ext cx="3704392" cy="3704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8426" y="580192"/>
            <a:ext cx="6843117" cy="659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 Legacy of Success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9630251" y="3385542"/>
            <a:ext cx="4269224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World-Class Achievements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9630251" y="4240887"/>
            <a:ext cx="4269224" cy="1628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 of the most successful clubs in football history, Barcelona has won over 25 La Liga titles and 5 UEFA Champions League trophies. Their consistent excellence spans decades.</a:t>
            </a:r>
            <a:endParaRPr lang="en-US" sz="165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8717626-6E1A-9584-CA31-4ABD253242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148" y="2000922"/>
            <a:ext cx="7632551" cy="5088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3939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La Masia – The Academy of Champions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05125"/>
            <a:ext cx="4196358" cy="3309580"/>
          </a:xfrm>
          <a:prstGeom prst="roundRect">
            <a:avLst>
              <a:gd name="adj" fmla="val 287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313955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6A68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3326606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4046815"/>
            <a:ext cx="37118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World-Class Training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4537234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Masia develops the finest young talents through exceptional coaching and dedication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905125"/>
            <a:ext cx="4196358" cy="3309580"/>
          </a:xfrm>
          <a:prstGeom prst="roundRect">
            <a:avLst>
              <a:gd name="adj" fmla="val 287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51396" y="313955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6A68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562" y="3326606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4046815"/>
            <a:ext cx="37274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Attacking Philosophy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51396" y="4891564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Players are taught to control games with possession and creativity from day one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905125"/>
            <a:ext cx="4196358" cy="3309580"/>
          </a:xfrm>
          <a:prstGeom prst="roundRect">
            <a:avLst>
              <a:gd name="adj" fmla="val 287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74568" y="313955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6A688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61734" y="3326606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40468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Club Values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4568" y="4537234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Young players learn Barcelona's identity, discipline, and the famous tiki-taka style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793790" y="646985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Masia isn't just an academy – it's the heart of Barcelona's football philosophy, producing legendary players who embody the club's spirit.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2711"/>
            <a:ext cx="804707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Legend In club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62805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Xavi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677096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midfield brain who orchestrated every game with vision and precision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5235893" y="62805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Iniesta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677096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silent hero with magical feet who scored in the World Cup final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9677995" y="62805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Messi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677096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football magician who brought joy and incredible skill to Camp Nou</a:t>
            </a:r>
            <a:endParaRPr lang="en-US" sz="1750" dirty="0"/>
          </a:p>
        </p:txBody>
      </p:sp>
      <p:pic>
        <p:nvPicPr>
          <p:cNvPr id="2050" name="Picture 2" descr="Xavi retires: How the Barcelona, Spain ...">
            <a:extLst>
              <a:ext uri="{FF2B5EF4-FFF2-40B4-BE49-F238E27FC236}">
                <a16:creationId xmlns:a16="http://schemas.microsoft.com/office/drawing/2014/main" id="{16269802-8174-A900-97F0-ED45434D5A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90" y="2914177"/>
            <a:ext cx="3121732" cy="2077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ndres Iniesta: the master of the ball">
            <a:extLst>
              <a:ext uri="{FF2B5EF4-FFF2-40B4-BE49-F238E27FC236}">
                <a16:creationId xmlns:a16="http://schemas.microsoft.com/office/drawing/2014/main" id="{2E2F4A69-642B-8E34-B52E-F65316735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7328" y="2914177"/>
            <a:ext cx="2972327" cy="2040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Lionel Messi informs FC Barcelona he ...">
            <a:extLst>
              <a:ext uri="{FF2B5EF4-FFF2-40B4-BE49-F238E27FC236}">
                <a16:creationId xmlns:a16="http://schemas.microsoft.com/office/drawing/2014/main" id="{3F48748B-454D-5E93-1880-5DBF8CCA4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0536" y="2914177"/>
            <a:ext cx="3065825" cy="2040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63710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Lionel Messi – The Greatest Icon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508177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8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793790" y="4496940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Ballon d'Or Awards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407093" y="3508177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672</a:t>
            </a:r>
            <a:endParaRPr lang="en-US" sz="5850" dirty="0"/>
          </a:p>
        </p:txBody>
      </p:sp>
      <p:sp>
        <p:nvSpPr>
          <p:cNvPr id="7" name="Text 4"/>
          <p:cNvSpPr/>
          <p:nvPr/>
        </p:nvSpPr>
        <p:spPr>
          <a:xfrm>
            <a:off x="3407093" y="4539972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Goals for Barca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020395" y="3508177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35</a:t>
            </a:r>
            <a:endParaRPr lang="en-US" sz="5850" dirty="0"/>
          </a:p>
        </p:txBody>
      </p:sp>
      <p:sp>
        <p:nvSpPr>
          <p:cNvPr id="9" name="Text 6"/>
          <p:cNvSpPr/>
          <p:nvPr/>
        </p:nvSpPr>
        <p:spPr>
          <a:xfrm>
            <a:off x="6020395" y="4539972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Trophies Won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23686" y="604813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600" b="1" i="1" dirty="0">
                <a:solidFill>
                  <a:schemeClr val="accent5">
                    <a:lumMod val="50000"/>
                  </a:schemeClr>
                </a:solidFill>
              </a:rPr>
              <a:t>Messi is not only Barcelona’s greatest player, but also a football legend who redefined what is possible on the pitch. His loyalty, talent, and humility made him the true heart of the club.</a:t>
            </a:r>
            <a:endParaRPr lang="en-US" sz="1750" b="1" i="1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6146" name="Picture 2" descr="FC Barcelona Leo Messi. The Argentine ...">
            <a:extLst>
              <a:ext uri="{FF2B5EF4-FFF2-40B4-BE49-F238E27FC236}">
                <a16:creationId xmlns:a16="http://schemas.microsoft.com/office/drawing/2014/main" id="{1BE0EB2E-4DB1-6DB3-CD24-3ACFD0F2C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3307" y="2033301"/>
            <a:ext cx="2822491" cy="4446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72672"/>
            <a:ext cx="8437364" cy="724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Why I Love Barcelona </a:t>
            </a:r>
            <a:r>
              <a:rPr lang="en-US" sz="445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❤️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50319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550319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807613"/>
            <a:ext cx="31944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Beautiful Football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298031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They play with artistry and passion, making every match a spectacle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550319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2550319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28076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Trust in Youth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3298031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Young players are given opportunities to shine and grow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507944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4507944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47652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Never Give Up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5255657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They fight until the final whistle, even in the toughest times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507944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4507944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4765238"/>
            <a:ext cx="34086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Values &amp; Creativity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5255657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They represent passion, integrity, and the courage to be different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93790" y="649390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Barcelona taught me that winning beautifully is the greatest victory.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958334" y="910877"/>
            <a:ext cx="6953097" cy="457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Barcelona in My Heart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6620351" y="5739408"/>
            <a:ext cx="72162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 just a football club, but my childhood, my inspiration, my lifelong passion.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484257"/>
            <a:ext cx="30480" cy="1236107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6" name="Text 3"/>
          <p:cNvSpPr/>
          <p:nvPr/>
        </p:nvSpPr>
        <p:spPr>
          <a:xfrm>
            <a:off x="6280190" y="697551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Win or lose – I will always be a Cules (Barca fan)</a:t>
            </a:r>
            <a:endParaRPr lang="en-US" sz="1750" dirty="0"/>
          </a:p>
        </p:txBody>
      </p:sp>
      <p:pic>
        <p:nvPicPr>
          <p:cNvPr id="5134" name="Picture 14" descr="My heart belongs to F.C. Barcelona">
            <a:extLst>
              <a:ext uri="{FF2B5EF4-FFF2-40B4-BE49-F238E27FC236}">
                <a16:creationId xmlns:a16="http://schemas.microsoft.com/office/drawing/2014/main" id="{691A9E15-34C9-5C6E-007F-79C6EAD82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0440" y="2124075"/>
            <a:ext cx="2847471" cy="2469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3053</TotalTime>
  <Words>429</Words>
  <Application>Microsoft Office PowerPoint</Application>
  <PresentationFormat>Custom</PresentationFormat>
  <Paragraphs>64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Open Sans</vt:lpstr>
      <vt:lpstr>Unbounded Bold</vt:lpstr>
      <vt:lpstr>Unbounded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Hồ Văn Điểm</cp:lastModifiedBy>
  <cp:revision>4</cp:revision>
  <dcterms:created xsi:type="dcterms:W3CDTF">2026-02-01T14:58:09Z</dcterms:created>
  <dcterms:modified xsi:type="dcterms:W3CDTF">2026-02-04T16:16:22Z</dcterms:modified>
</cp:coreProperties>
</file>